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sldIdLst>
    <p:sldId id="256" r:id="rId2"/>
    <p:sldId id="257" r:id="rId3"/>
    <p:sldId id="259" r:id="rId4"/>
    <p:sldId id="263" r:id="rId5"/>
    <p:sldId id="269" r:id="rId6"/>
    <p:sldId id="265" r:id="rId7"/>
    <p:sldId id="258" r:id="rId8"/>
    <p:sldId id="260" r:id="rId9"/>
    <p:sldId id="261" r:id="rId10"/>
    <p:sldId id="262" r:id="rId11"/>
    <p:sldId id="264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66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3892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4125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781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88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084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534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922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1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9659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3/4/2026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967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3/4/2026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38950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A335D2-33DB-47ED-896A-5E12F4D49B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 dirty="0">
              <a:latin typeface="Century Gothic" panose="020B0502020202020204" pitchFamily="34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BBA7451-0A5F-4312-B4EF-BABEB3C033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59" y="3996250"/>
            <a:ext cx="11471565" cy="2520000"/>
          </a:xfrm>
        </p:spPr>
        <p:txBody>
          <a:bodyPr>
            <a:normAutofit lnSpcReduction="10000"/>
          </a:bodyPr>
          <a:lstStyle/>
          <a:p>
            <a:pPr algn="l"/>
            <a:r>
              <a:rPr lang="hu-HU" b="1" i="1" dirty="0"/>
              <a:t>Rendelés, Értékesítés, Készletezés, Adminisztráció</a:t>
            </a:r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endParaRPr lang="hu-HU" dirty="0"/>
          </a:p>
          <a:p>
            <a:pPr algn="r"/>
            <a:r>
              <a:rPr lang="hu-HU" dirty="0"/>
              <a:t>Készítette: Csuka Tamás József, Paller Péter Décse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FF25A96-A38C-46AC-BEB6-4704A48A4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6428"/>
            <a:ext cx="8539505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058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Probléma 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3466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5BCB00-89DF-4315-B4A5-61166E0A9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5B71A9-A213-475E-B1EB-4D03D0BC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3448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A2C625-E5D0-4D57-9344-D960B3267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41DC482-5184-4D16-8171-23C6C886A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18984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0A38C-899F-4809-9705-76A0B6F22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Megvalósítás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B234CC-4FAD-4202-B150-304D9532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535598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CCEA94-6D2B-4544-8D09-128CB9A0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Feladatok felosztása</a:t>
            </a:r>
          </a:p>
        </p:txBody>
      </p:sp>
      <p:sp>
        <p:nvSpPr>
          <p:cNvPr id="9" name="Szöveg helye 8">
            <a:extLst>
              <a:ext uri="{FF2B5EF4-FFF2-40B4-BE49-F238E27FC236}">
                <a16:creationId xmlns:a16="http://schemas.microsoft.com/office/drawing/2014/main" id="{F7DF4516-0EEF-4AFC-9EC0-BFE62AA0C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Csuka Tamás József</a:t>
            </a:r>
          </a:p>
        </p:txBody>
      </p:sp>
      <p:sp>
        <p:nvSpPr>
          <p:cNvPr id="10" name="Tartalom helye 9">
            <a:extLst>
              <a:ext uri="{FF2B5EF4-FFF2-40B4-BE49-F238E27FC236}">
                <a16:creationId xmlns:a16="http://schemas.microsoft.com/office/drawing/2014/main" id="{B13D6331-A17C-43C2-90FE-C03EDC171D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11" name="Szöveg helye 10">
            <a:extLst>
              <a:ext uri="{FF2B5EF4-FFF2-40B4-BE49-F238E27FC236}">
                <a16:creationId xmlns:a16="http://schemas.microsoft.com/office/drawing/2014/main" id="{B73DDD0E-4E99-4524-8866-62B68A816A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hu-HU" dirty="0"/>
              <a:t>Paller Péter Décse</a:t>
            </a:r>
          </a:p>
        </p:txBody>
      </p:sp>
      <p:sp>
        <p:nvSpPr>
          <p:cNvPr id="12" name="Tartalom helye 11">
            <a:extLst>
              <a:ext uri="{FF2B5EF4-FFF2-40B4-BE49-F238E27FC236}">
                <a16:creationId xmlns:a16="http://schemas.microsoft.com/office/drawing/2014/main" id="{A5E46CDC-E251-459C-AF7F-2ECE7D8E226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83276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DBFA4C-6CAA-4062-8EE9-523E5349E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Program felépítése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0CACD6F-F174-42E1-8AB0-586B6384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446361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519072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29992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96F8A1-EA73-49F9-8B46-ADC46DCBF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12DF51-D2E3-4591-B5F0-331637F7C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45749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90F1C4-F976-42A1-97ED-66D6B6097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Teszt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3F902DA-9191-4CBE-A40F-1673EBC75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90832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1B7EAA-8ED1-4108-B800-32C6CC05F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7E9A83-9A18-4295-9977-1301A8B2A1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1631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7A394C-08C6-4733-8683-DF32A5E3D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80785-C82D-4D70-8F17-4BD29507C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24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84D067-9050-4E87-80B9-A68BE769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CF6A9AC-FC66-46C4-8BD8-5A4026D3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026283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ávos">
  <a:themeElements>
    <a:clrScheme name="8. egyéni séma">
      <a:dk1>
        <a:srgbClr val="00C6BB"/>
      </a:dk1>
      <a:lt1>
        <a:srgbClr val="00968D"/>
      </a:lt1>
      <a:dk2>
        <a:srgbClr val="D3D3D3"/>
      </a:dk2>
      <a:lt2>
        <a:srgbClr val="F8F9FA"/>
      </a:lt2>
      <a:accent1>
        <a:srgbClr val="003632"/>
      </a:accent1>
      <a:accent2>
        <a:srgbClr val="004D48"/>
      </a:accent2>
      <a:accent3>
        <a:srgbClr val="007D75"/>
      </a:accent3>
      <a:accent4>
        <a:srgbClr val="00968D"/>
      </a:accent4>
      <a:accent5>
        <a:srgbClr val="00B0A5"/>
      </a:accent5>
      <a:accent6>
        <a:srgbClr val="33C2B9"/>
      </a:accent6>
      <a:hlink>
        <a:srgbClr val="00C6BB"/>
      </a:hlink>
      <a:folHlink>
        <a:srgbClr val="003632"/>
      </a:folHlink>
    </a:clrScheme>
    <a:fontScheme name="Sávo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ávos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Override1.xml><?xml version="1.0" encoding="utf-8"?>
<a:themeOverride xmlns:a="http://schemas.openxmlformats.org/drawingml/2006/main">
  <a:clrScheme name="6. egyéni séma">
    <a:dk1>
      <a:srgbClr val="F8F9FA"/>
    </a:dk1>
    <a:lt1>
      <a:srgbClr val="D3D3D3"/>
    </a:lt1>
    <a:dk2>
      <a:srgbClr val="00968D"/>
    </a:dk2>
    <a:lt2>
      <a:srgbClr val="00C6BB"/>
    </a:lt2>
    <a:accent1>
      <a:srgbClr val="003632"/>
    </a:accent1>
    <a:accent2>
      <a:srgbClr val="004D48"/>
    </a:accent2>
    <a:accent3>
      <a:srgbClr val="007D75"/>
    </a:accent3>
    <a:accent4>
      <a:srgbClr val="00968D"/>
    </a:accent4>
    <a:accent5>
      <a:srgbClr val="00B0A5"/>
    </a:accent5>
    <a:accent6>
      <a:srgbClr val="33C2B9"/>
    </a:accent6>
    <a:hlink>
      <a:srgbClr val="00C6BB"/>
    </a:hlink>
    <a:folHlink>
      <a:srgbClr val="00363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TM03090430[[fn=Sávos]]</Template>
  <TotalTime>0</TotalTime>
  <Words>40</Words>
  <Application>Microsoft Office PowerPoint</Application>
  <PresentationFormat>Szélesvásznú</PresentationFormat>
  <Paragraphs>21</Paragraphs>
  <Slides>14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8" baseType="lpstr">
      <vt:lpstr>Century Gothic</vt:lpstr>
      <vt:lpstr>Corbel</vt:lpstr>
      <vt:lpstr>Wingdings</vt:lpstr>
      <vt:lpstr>Sávos</vt:lpstr>
      <vt:lpstr>PowerPoint-bemutató</vt:lpstr>
      <vt:lpstr>Probléma </vt:lpstr>
      <vt:lpstr>Funkciók</vt:lpstr>
      <vt:lpstr>Csapatmunka</vt:lpstr>
      <vt:lpstr>Megvalósítás</vt:lpstr>
      <vt:lpstr>Feladatok felosztása</vt:lpstr>
      <vt:lpstr>Program felépítése</vt:lpstr>
      <vt:lpstr>Frontend</vt:lpstr>
      <vt:lpstr>Backend</vt:lpstr>
      <vt:lpstr>Adatbázis</vt:lpstr>
      <vt:lpstr>Teszt</vt:lpstr>
      <vt:lpstr>Frontend</vt:lpstr>
      <vt:lpstr>Backend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Paller Péter</dc:creator>
  <cp:lastModifiedBy>Paller Péter</cp:lastModifiedBy>
  <cp:revision>8</cp:revision>
  <dcterms:created xsi:type="dcterms:W3CDTF">2026-03-03T11:11:27Z</dcterms:created>
  <dcterms:modified xsi:type="dcterms:W3CDTF">2026-03-04T10:30:37Z</dcterms:modified>
</cp:coreProperties>
</file>