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A335D2-33DB-47ED-896A-5E12F4D49B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 dirty="0">
              <a:latin typeface="Century Gothic" panose="020B0502020202020204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4F6E75-52FF-4804-B040-4D9F99B67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16</Words>
  <Application>Microsoft Office PowerPoint</Application>
  <PresentationFormat>Szélesvásznú</PresentationFormat>
  <Paragraphs>6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Century Gothic</vt:lpstr>
      <vt:lpstr>Corbel</vt:lpstr>
      <vt:lpstr>Wingdings</vt:lpstr>
      <vt:lpstr>Sávos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Paller Péter</cp:lastModifiedBy>
  <cp:revision>4</cp:revision>
  <dcterms:created xsi:type="dcterms:W3CDTF">2026-03-03T11:11:27Z</dcterms:created>
  <dcterms:modified xsi:type="dcterms:W3CDTF">2026-03-03T11:49:31Z</dcterms:modified>
</cp:coreProperties>
</file>