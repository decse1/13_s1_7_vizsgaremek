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70" r:id="rId4"/>
    <p:sldId id="259" r:id="rId5"/>
    <p:sldId id="263" r:id="rId6"/>
    <p:sldId id="269" r:id="rId7"/>
    <p:sldId id="265" r:id="rId8"/>
    <p:sldId id="258" r:id="rId9"/>
    <p:sldId id="260" r:id="rId10"/>
    <p:sldId id="261" r:id="rId11"/>
    <p:sldId id="262" r:id="rId12"/>
    <p:sldId id="264" r:id="rId13"/>
    <p:sldId id="266" r:id="rId14"/>
    <p:sldId id="267" r:id="rId15"/>
    <p:sldId id="272" r:id="rId16"/>
    <p:sldId id="273" r:id="rId17"/>
    <p:sldId id="268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884" autoAdjust="0"/>
  </p:normalViewPr>
  <p:slideViewPr>
    <p:cSldViewPr snapToGrid="0">
      <p:cViewPr varScale="1">
        <p:scale>
          <a:sx n="97" d="100"/>
          <a:sy n="97" d="100"/>
        </p:scale>
        <p:origin x="11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04AAB-0187-4F39-A3C3-445085015435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89ECC-2295-4F7B-B00D-8E6011BB80F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5823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2026-ban számos kereskedelemmel foglalkozó KKV papíralapon vagy elavult táblázatkezelőkben végzi adminisztrációs feladatait.</a:t>
            </a:r>
          </a:p>
          <a:p>
            <a:r>
              <a:rPr lang="hu-HU" dirty="0"/>
              <a:t>Ide tartozik a rendelések rögzítése, összekészítése és a fuvarlevek kiállítása.</a:t>
            </a:r>
          </a:p>
          <a:p>
            <a:r>
              <a:rPr lang="hu-HU" dirty="0"/>
              <a:t>Ezek a folyamatok időigényesek, hibalehetőségekkel terheltek és a növekvő cégeknél nehezen átláthatóak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7140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Rendeléskezelés: Új rendelés rögzítése, Rendelések státuszainak követése, Rendelések összekészítési listájának automatikus generálása, számlázási és szállítási adatok kezelése </a:t>
            </a:r>
          </a:p>
          <a:p>
            <a:r>
              <a:rPr lang="hu-HU" dirty="0"/>
              <a:t>Készletezés: Leltárkezelés, Automatikus készletcsökkentés rendelés teljesítésekor, Minimum készletszint figyelés, riasztás </a:t>
            </a:r>
          </a:p>
          <a:p>
            <a:r>
              <a:rPr lang="hu-HU" dirty="0"/>
              <a:t>Adminisztráció: Felhasználói jogosultságkezelés, Riportok és statisztikák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847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6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89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4125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88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4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534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92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65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6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95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9BBA7451-0A5F-4312-B4EF-BABEB3C0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59" y="3996250"/>
            <a:ext cx="11471565" cy="2520000"/>
          </a:xfrm>
        </p:spPr>
        <p:txBody>
          <a:bodyPr>
            <a:normAutofit lnSpcReduction="10000"/>
          </a:bodyPr>
          <a:lstStyle/>
          <a:p>
            <a:pPr algn="l"/>
            <a:r>
              <a:rPr lang="hu-HU" b="1" i="1" dirty="0"/>
              <a:t>Rendelés, Értékesítés, Készletezés, Adminisztráció</a:t>
            </a:r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r>
              <a:rPr lang="hu-HU" dirty="0"/>
              <a:t>Készítette: Csuka Tamás József, Paller Péter Décse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FF25A96-A38C-46AC-BEB6-4704A48A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428"/>
            <a:ext cx="8539505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8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Probléma:</a:t>
            </a:r>
          </a:p>
          <a:p>
            <a:pPr lvl="1"/>
            <a:r>
              <a:rPr lang="hu-HU" dirty="0"/>
              <a:t>Sok KKV még papíralapon vagy táblázatokban dolgozik</a:t>
            </a:r>
          </a:p>
          <a:p>
            <a:pPr lvl="1"/>
            <a:r>
              <a:rPr lang="hu-HU" dirty="0"/>
              <a:t>Időigényes és hibalehetőségekkel teli folyamatok</a:t>
            </a:r>
          </a:p>
          <a:p>
            <a:pPr lvl="1"/>
            <a:r>
              <a:rPr lang="hu-HU" dirty="0"/>
              <a:t>Nehezen átlátható működés növekedés esetén</a:t>
            </a:r>
          </a:p>
        </p:txBody>
      </p:sp>
    </p:spTree>
    <p:extLst>
      <p:ext uri="{BB962C8B-B14F-4D97-AF65-F5344CB8AC3E}">
        <p14:creationId xmlns:p14="http://schemas.microsoft.com/office/powerpoint/2010/main" val="3933466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5B2EF8-01D1-482C-A087-1FC460267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Cél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5213F36-94ED-4E70-AFCF-1EAB5963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</a:t>
            </a:r>
          </a:p>
          <a:p>
            <a:pPr lvl="1"/>
            <a:r>
              <a:rPr lang="hu-HU" dirty="0"/>
              <a:t>Egy webalapú rendszer fejlesztése, amely segíti a kereskedelmi </a:t>
            </a:r>
            <a:r>
              <a:rPr lang="hu-HU" b="1" dirty="0"/>
              <a:t>kis- és középvállalkozások (KKV-k)</a:t>
            </a:r>
            <a:r>
              <a:rPr lang="hu-HU" dirty="0"/>
              <a:t> adminisztratív és logisztikai folyamatait.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945217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rendszer három fő területet kezel: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Rendeléskezelés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Készletezés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Adminisztráció</a:t>
            </a:r>
          </a:p>
        </p:txBody>
      </p:sp>
    </p:spTree>
    <p:extLst>
      <p:ext uri="{BB962C8B-B14F-4D97-AF65-F5344CB8AC3E}">
        <p14:creationId xmlns:p14="http://schemas.microsoft.com/office/powerpoint/2010/main" val="543448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A2C625-E5D0-4D57-9344-D960B326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41DC482-5184-4D16-8171-23C6C886A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18984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1000">
        <p159:morph option="byObject"/>
      </p:transition>
    </mc:Choice>
    <mc:Fallback>
      <p:transition spd="slow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0A38C-899F-4809-9705-76A0B6F22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234CC-4FAD-4202-B150-304D9532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GitHub</a:t>
            </a:r>
          </a:p>
          <a:p>
            <a:r>
              <a:rPr lang="hu-HU" dirty="0"/>
              <a:t>Személyes kapcsolattartás</a:t>
            </a:r>
          </a:p>
          <a:p>
            <a:r>
              <a:rPr lang="hu-HU" dirty="0"/>
              <a:t>Messenger – online kapcsolattartás</a:t>
            </a:r>
          </a:p>
        </p:txBody>
      </p:sp>
    </p:spTree>
    <p:extLst>
      <p:ext uri="{BB962C8B-B14F-4D97-AF65-F5344CB8AC3E}">
        <p14:creationId xmlns:p14="http://schemas.microsoft.com/office/powerpoint/2010/main" val="2953559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CCEA94-6D2B-4544-8D09-128CB9A0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Feladatok felosztása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F7DF4516-0EEF-4AFC-9EC0-BFE62AA0C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Csuka Tamás József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B13D6331-A17C-43C2-90FE-C03EDC171D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  <a:p>
            <a:r>
              <a:rPr lang="hu-HU" dirty="0"/>
              <a:t>Design/UI</a:t>
            </a:r>
          </a:p>
          <a:p>
            <a:r>
              <a:rPr lang="hu-HU" dirty="0"/>
              <a:t>Logó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B73DDD0E-4E99-4524-8866-62B68A816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Paller Péter Décse</a:t>
            </a:r>
          </a:p>
        </p:txBody>
      </p:sp>
      <p:sp>
        <p:nvSpPr>
          <p:cNvPr id="12" name="Tartalom helye 11">
            <a:extLst>
              <a:ext uri="{FF2B5EF4-FFF2-40B4-BE49-F238E27FC236}">
                <a16:creationId xmlns:a16="http://schemas.microsoft.com/office/drawing/2014/main" id="{A5E46CDC-E251-459C-AF7F-2ECE7D8E226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  <a:p>
            <a:r>
              <a:rPr lang="hu-HU" dirty="0"/>
              <a:t>Adatbázis</a:t>
            </a:r>
          </a:p>
          <a:p>
            <a:r>
              <a:rPr lang="hu-HU" dirty="0"/>
              <a:t>Dokumentációk</a:t>
            </a:r>
          </a:p>
        </p:txBody>
      </p:sp>
    </p:spTree>
    <p:extLst>
      <p:ext uri="{BB962C8B-B14F-4D97-AF65-F5344CB8AC3E}">
        <p14:creationId xmlns:p14="http://schemas.microsoft.com/office/powerpoint/2010/main" val="4048327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DBFA4C-6CAA-4062-8EE9-523E5349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 felépítése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CACD6F-F174-42E1-8AB0-586B6384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446361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1000">
        <p159:morph option="byObject"/>
      </p:transition>
    </mc:Choice>
    <mc:Fallback>
      <p:transition spd="slow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Javascript</a:t>
            </a:r>
            <a:r>
              <a:rPr lang="hu-HU" dirty="0"/>
              <a:t>-keretrendszer: Vue.js</a:t>
            </a:r>
          </a:p>
          <a:p>
            <a:r>
              <a:rPr lang="hu-HU" dirty="0"/>
              <a:t>UI: </a:t>
            </a:r>
            <a:r>
              <a:rPr lang="hu-HU" dirty="0" err="1"/>
              <a:t>Bootstrap</a:t>
            </a:r>
            <a:endParaRPr lang="hu-HU" dirty="0"/>
          </a:p>
          <a:p>
            <a:r>
              <a:rPr lang="hu-HU" dirty="0"/>
              <a:t>Backend kapcsolat: </a:t>
            </a:r>
            <a:r>
              <a:rPr lang="hu-HU" dirty="0" err="1"/>
              <a:t>Axios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51907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Node.js [v22.x]</a:t>
            </a:r>
          </a:p>
          <a:p>
            <a:r>
              <a:rPr lang="hu-HU" dirty="0" err="1"/>
              <a:t>WebAPI</a:t>
            </a:r>
            <a:endParaRPr lang="hu-HU" dirty="0"/>
          </a:p>
          <a:p>
            <a:r>
              <a:rPr lang="hu-HU" dirty="0" err="1"/>
              <a:t>Autentikáció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JWT</a:t>
            </a:r>
          </a:p>
        </p:txBody>
      </p:sp>
    </p:spTree>
    <p:extLst>
      <p:ext uri="{BB962C8B-B14F-4D97-AF65-F5344CB8AC3E}">
        <p14:creationId xmlns:p14="http://schemas.microsoft.com/office/powerpoint/2010/main" val="2862999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96F8A1-EA73-49F9-8B46-ADC46DCB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12DF51-D2E3-4591-B5F0-331637F7C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Relációs adatbázis</a:t>
            </a:r>
          </a:p>
          <a:p>
            <a:r>
              <a:rPr lang="hu-HU" dirty="0"/>
              <a:t> 9 táblával</a:t>
            </a: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4923FCFD-8B78-4EF7-9E5D-8883F28D55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-121133"/>
            <a:ext cx="5861067" cy="6761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574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90832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1000">
        <p159:morph option="byObject"/>
      </p:transition>
    </mc:Choice>
    <mc:Fallback>
      <p:transition spd="slow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Selenium-WebDriver</a:t>
            </a:r>
            <a:r>
              <a:rPr lang="hu-HU" dirty="0"/>
              <a:t>: automatizált tesztelés</a:t>
            </a:r>
          </a:p>
          <a:p>
            <a:r>
              <a:rPr lang="hu-HU" dirty="0"/>
              <a:t>Firefox-ban futó tesztesetek</a:t>
            </a:r>
          </a:p>
          <a:p>
            <a:r>
              <a:rPr lang="hu-HU" dirty="0"/>
              <a:t>Cél: funkciók és a felület tesztelése</a:t>
            </a:r>
          </a:p>
          <a:p>
            <a:r>
              <a:rPr lang="hu-HU" dirty="0"/>
              <a:t>Tesztelésre került pl. regisztráció vagy oldal menüpontok</a:t>
            </a:r>
          </a:p>
        </p:txBody>
      </p:sp>
    </p:spTree>
    <p:extLst>
      <p:ext uri="{BB962C8B-B14F-4D97-AF65-F5344CB8AC3E}">
        <p14:creationId xmlns:p14="http://schemas.microsoft.com/office/powerpoint/2010/main" val="1558163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Postman</a:t>
            </a:r>
          </a:p>
          <a:p>
            <a:r>
              <a:rPr lang="hu-HU" dirty="0"/>
              <a:t>Minden végpont</a:t>
            </a:r>
          </a:p>
          <a:p>
            <a:r>
              <a:rPr lang="hu-HU" dirty="0"/>
              <a:t>Ideiglenes adatbázis</a:t>
            </a:r>
          </a:p>
        </p:txBody>
      </p:sp>
    </p:spTree>
    <p:extLst>
      <p:ext uri="{BB962C8B-B14F-4D97-AF65-F5344CB8AC3E}">
        <p14:creationId xmlns:p14="http://schemas.microsoft.com/office/powerpoint/2010/main" val="2782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Jövőbeli tervek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111511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1000">
        <p159:morph option="byObject"/>
      </p:transition>
    </mc:Choice>
    <mc:Fallback>
      <p:transition spd="slow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Teljeskörű raktár kezelés</a:t>
            </a:r>
          </a:p>
          <a:p>
            <a:r>
              <a:rPr lang="hu-HU" dirty="0"/>
              <a:t>Nemzeti Adó- és Vámhivatal által elfogadott bármely nemű pénzügyi dokumentum kiállítás</a:t>
            </a:r>
          </a:p>
        </p:txBody>
      </p:sp>
    </p:spTree>
    <p:extLst>
      <p:ext uri="{BB962C8B-B14F-4D97-AF65-F5344CB8AC3E}">
        <p14:creationId xmlns:p14="http://schemas.microsoft.com/office/powerpoint/2010/main" val="651599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84D067-9050-4E87-80B9-A68BE769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CF6A9AC-FC66-46C4-8BD8-5A4026D3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02628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1EE3CA-320B-4F4D-B4A4-D3460DE5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9A2973-5702-4609-B1CB-E4ABEEC1D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1510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ávos">
  <a:themeElements>
    <a:clrScheme name="8. egyéni séma">
      <a:dk1>
        <a:srgbClr val="00C6BB"/>
      </a:dk1>
      <a:lt1>
        <a:srgbClr val="00968D"/>
      </a:lt1>
      <a:dk2>
        <a:srgbClr val="D3D3D3"/>
      </a:dk2>
      <a:lt2>
        <a:srgbClr val="F8F9FA"/>
      </a:lt2>
      <a:accent1>
        <a:srgbClr val="003632"/>
      </a:accent1>
      <a:accent2>
        <a:srgbClr val="004D48"/>
      </a:accent2>
      <a:accent3>
        <a:srgbClr val="007D75"/>
      </a:accent3>
      <a:accent4>
        <a:srgbClr val="00968D"/>
      </a:accent4>
      <a:accent5>
        <a:srgbClr val="00B0A5"/>
      </a:accent5>
      <a:accent6>
        <a:srgbClr val="33C2B9"/>
      </a:accent6>
      <a:hlink>
        <a:srgbClr val="00C6BB"/>
      </a:hlink>
      <a:folHlink>
        <a:srgbClr val="003632"/>
      </a:folHlink>
    </a:clrScheme>
    <a:fontScheme name="Sávo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ávos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6. egyéni séma">
    <a:dk1>
      <a:srgbClr val="F8F9FA"/>
    </a:dk1>
    <a:lt1>
      <a:srgbClr val="D3D3D3"/>
    </a:lt1>
    <a:dk2>
      <a:srgbClr val="00968D"/>
    </a:dk2>
    <a:lt2>
      <a:srgbClr val="00C6BB"/>
    </a:lt2>
    <a:accent1>
      <a:srgbClr val="003632"/>
    </a:accent1>
    <a:accent2>
      <a:srgbClr val="004D48"/>
    </a:accent2>
    <a:accent3>
      <a:srgbClr val="007D75"/>
    </a:accent3>
    <a:accent4>
      <a:srgbClr val="00968D"/>
    </a:accent4>
    <a:accent5>
      <a:srgbClr val="00B0A5"/>
    </a:accent5>
    <a:accent6>
      <a:srgbClr val="33C2B9"/>
    </a:accent6>
    <a:hlink>
      <a:srgbClr val="00C6BB"/>
    </a:hlink>
    <a:folHlink>
      <a:srgbClr val="00363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0</TotalTime>
  <Words>263</Words>
  <Application>Microsoft Office PowerPoint</Application>
  <PresentationFormat>Szélesvásznú</PresentationFormat>
  <Paragraphs>69</Paragraphs>
  <Slides>18</Slides>
  <Notes>2</Notes>
  <HiddenSlides>1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18</vt:i4>
      </vt:variant>
    </vt:vector>
  </HeadingPairs>
  <TitlesOfParts>
    <vt:vector size="23" baseType="lpstr">
      <vt:lpstr>Arial</vt:lpstr>
      <vt:lpstr>Calibri</vt:lpstr>
      <vt:lpstr>Corbel</vt:lpstr>
      <vt:lpstr>Wingdings</vt:lpstr>
      <vt:lpstr>Sávos</vt:lpstr>
      <vt:lpstr>PowerPoint-bemutató</vt:lpstr>
      <vt:lpstr>Probléma</vt:lpstr>
      <vt:lpstr>Cél</vt:lpstr>
      <vt:lpstr>Funkciók</vt:lpstr>
      <vt:lpstr>Csapatmunka</vt:lpstr>
      <vt:lpstr>Megvalósítás</vt:lpstr>
      <vt:lpstr>Feladatok felosztása</vt:lpstr>
      <vt:lpstr>Program felépítése</vt:lpstr>
      <vt:lpstr>Frontend</vt:lpstr>
      <vt:lpstr>Backend</vt:lpstr>
      <vt:lpstr>Adatbázis</vt:lpstr>
      <vt:lpstr>Teszt</vt:lpstr>
      <vt:lpstr>Frontend</vt:lpstr>
      <vt:lpstr>Backend</vt:lpstr>
      <vt:lpstr>Jövőbeli tervek</vt:lpstr>
      <vt:lpstr>PowerPoint-bemutató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Paller Péter</dc:creator>
  <cp:lastModifiedBy>Paller Péter</cp:lastModifiedBy>
  <cp:revision>32</cp:revision>
  <dcterms:created xsi:type="dcterms:W3CDTF">2026-03-03T11:11:27Z</dcterms:created>
  <dcterms:modified xsi:type="dcterms:W3CDTF">2026-03-10T08:27:54Z</dcterms:modified>
</cp:coreProperties>
</file>