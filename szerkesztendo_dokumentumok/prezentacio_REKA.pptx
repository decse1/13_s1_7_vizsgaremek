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59" r:id="rId4"/>
    <p:sldId id="263" r:id="rId5"/>
    <p:sldId id="269" r:id="rId6"/>
    <p:sldId id="265" r:id="rId7"/>
    <p:sldId id="258" r:id="rId8"/>
    <p:sldId id="260" r:id="rId9"/>
    <p:sldId id="261" r:id="rId10"/>
    <p:sldId id="262" r:id="rId11"/>
    <p:sldId id="264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5884" autoAdjust="0"/>
  </p:normalViewPr>
  <p:slideViewPr>
    <p:cSldViewPr snapToGrid="0">
      <p:cViewPr>
        <p:scale>
          <a:sx n="73" d="100"/>
          <a:sy n="73" d="100"/>
        </p:scale>
        <p:origin x="2034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B04AAB-0187-4F39-A3C3-445085015435}" type="datetimeFigureOut">
              <a:rPr lang="hu-HU" smtClean="0"/>
              <a:t>2026. 03. 06.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A89ECC-2295-4F7B-B00D-8E6011BB80F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65823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2026-ban számos kereskedelemmel foglalkozó KKV papíralapon vagy elavult táblázatkezelőkben végzi adminisztrációs feladatait.</a:t>
            </a:r>
          </a:p>
          <a:p>
            <a:r>
              <a:rPr lang="hu-HU" dirty="0"/>
              <a:t>Ide tartozik a rendelések rögzítése, összekészítése és a fuvarlevek kiállítása.</a:t>
            </a:r>
          </a:p>
          <a:p>
            <a:r>
              <a:rPr lang="hu-HU" dirty="0"/>
              <a:t>Ezek a folyamatok időigényesek, hibalehetőségekkel terheltek és a növekvő cégeknél nehezen átláthatóak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89ECC-2295-4F7B-B00D-8E6011BB80FB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171406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Rendeléskezelés: Új rendelés rögzítése, Rendelések státuszainak követése, Rendelések összekészítési listájának automatikus generálása, számlázási és szállítási adatok kezelése </a:t>
            </a:r>
          </a:p>
          <a:p>
            <a:r>
              <a:rPr lang="hu-HU" dirty="0"/>
              <a:t>Katalóguskezelés: Termékek adatainak tárolása, Termékkategóriák létrehozása és karbantartása, Keresés és szűrés termékek között </a:t>
            </a:r>
          </a:p>
          <a:p>
            <a:r>
              <a:rPr lang="hu-HU" dirty="0"/>
              <a:t>Készletezés: Leltárkezelés, Automatikus készletcsökkentés rendelés teljesítésekor, Minimum készletszint figyelés, riasztás </a:t>
            </a:r>
          </a:p>
          <a:p>
            <a:r>
              <a:rPr lang="hu-HU" dirty="0"/>
              <a:t>Adminisztráció: Felhasználói jogosultságkezelés, Riportok és statisztikák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89ECC-2295-4F7B-B00D-8E6011BB80FB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98474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66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3892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6DFF08F-DC6B-4601-B491-B0F83F6DD2DA}" type="datetimeFigureOut">
              <a:rPr lang="en-US" smtClean="0"/>
              <a:pPr/>
              <a:t>3/6/2026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4125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781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881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0842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5343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922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1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9659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96DFF08F-DC6B-4601-B491-B0F83F6DD2DA}" type="datetimeFigureOut">
              <a:rPr lang="en-US" smtClean="0"/>
              <a:t>3/6/2026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7967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96DFF08F-DC6B-4601-B491-B0F83F6DD2DA}" type="datetimeFigureOut">
              <a:rPr lang="en-US" smtClean="0"/>
              <a:pPr/>
              <a:t>3/6/2026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389500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4A335D2-33DB-47ED-896A-5E12F4D49B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hu-HU" dirty="0">
              <a:latin typeface="Century Gothic" panose="020B0502020202020204" pitchFamily="34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BBA7451-0A5F-4312-B4EF-BABEB3C033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59" y="3996250"/>
            <a:ext cx="11471565" cy="2520000"/>
          </a:xfrm>
        </p:spPr>
        <p:txBody>
          <a:bodyPr>
            <a:normAutofit lnSpcReduction="10000"/>
          </a:bodyPr>
          <a:lstStyle/>
          <a:p>
            <a:pPr algn="l"/>
            <a:r>
              <a:rPr lang="hu-HU" b="1" i="1" dirty="0"/>
              <a:t>Rendelés, Értékesítés, Készletezés, Adminisztráció</a:t>
            </a:r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r>
              <a:rPr lang="hu-HU" dirty="0"/>
              <a:t>Készítette: Csuka Tamás József, Paller Péter Décse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FF25A96-A38C-46AC-BEB6-4704A48A4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6428"/>
            <a:ext cx="8539505" cy="25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058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5BCB00-89DF-4315-B4A5-61166E0A9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Probléma 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5B71A9-A213-475E-B1EB-4D03D0BC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Sok KKV még mindig papíron végzi adminisztrációs feladatait</a:t>
            </a:r>
          </a:p>
          <a:p>
            <a:r>
              <a:rPr lang="hu-HU" dirty="0"/>
              <a:t>Pl.: </a:t>
            </a:r>
          </a:p>
          <a:p>
            <a:pPr lvl="1"/>
            <a:r>
              <a:rPr lang="hu-HU" dirty="0"/>
              <a:t>rendelések rögzítése</a:t>
            </a:r>
          </a:p>
          <a:p>
            <a:pPr lvl="1"/>
            <a:r>
              <a:rPr lang="hu-HU" dirty="0"/>
              <a:t>rendelések összekészítése</a:t>
            </a:r>
          </a:p>
          <a:p>
            <a:pPr lvl="1"/>
            <a:r>
              <a:rPr lang="hu-HU" dirty="0"/>
              <a:t>fuvarlevelek kiállítása</a:t>
            </a:r>
          </a:p>
          <a:p>
            <a:r>
              <a:rPr lang="hu-HU" dirty="0">
                <a:sym typeface="Wingdings" panose="05000000000000000000" pitchFamily="2" charset="2"/>
              </a:rPr>
              <a:t> Ezek így:</a:t>
            </a:r>
          </a:p>
          <a:p>
            <a:pPr lvl="1"/>
            <a:r>
              <a:rPr lang="hu-HU" dirty="0"/>
              <a:t>Időigényesek</a:t>
            </a:r>
          </a:p>
          <a:p>
            <a:pPr lvl="1"/>
            <a:r>
              <a:rPr lang="hu-HU" dirty="0"/>
              <a:t>Hibalehetőségekkel terheltek</a:t>
            </a:r>
          </a:p>
          <a:p>
            <a:pPr lvl="1"/>
            <a:r>
              <a:rPr lang="hu-HU" dirty="0"/>
              <a:t>Nehezen átláthatóak</a:t>
            </a:r>
          </a:p>
        </p:txBody>
      </p:sp>
    </p:spTree>
    <p:extLst>
      <p:ext uri="{BB962C8B-B14F-4D97-AF65-F5344CB8AC3E}">
        <p14:creationId xmlns:p14="http://schemas.microsoft.com/office/powerpoint/2010/main" val="3933466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5BCB00-89DF-4315-B4A5-61166E0A9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Funkciók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5B71A9-A213-475E-B1EB-4D03D0BC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Rendeléskezelés</a:t>
            </a:r>
          </a:p>
          <a:p>
            <a:r>
              <a:rPr lang="hu-HU" dirty="0"/>
              <a:t>Katalóguskezelés</a:t>
            </a:r>
          </a:p>
          <a:p>
            <a:r>
              <a:rPr lang="hu-HU" dirty="0"/>
              <a:t>Készletezés</a:t>
            </a:r>
          </a:p>
          <a:p>
            <a:r>
              <a:rPr lang="hu-HU" dirty="0"/>
              <a:t>Adminisztráció</a:t>
            </a:r>
          </a:p>
        </p:txBody>
      </p:sp>
    </p:spTree>
    <p:extLst>
      <p:ext uri="{BB962C8B-B14F-4D97-AF65-F5344CB8AC3E}">
        <p14:creationId xmlns:p14="http://schemas.microsoft.com/office/powerpoint/2010/main" val="5434483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7A2C625-E5D0-4D57-9344-D960B3267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Csapatmunka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41DC482-5184-4D16-8171-23C6C886A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9189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B0A38C-899F-4809-9705-76A0B6F22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Megvalósítás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AB234CC-4FAD-4202-B150-304D95328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GitHub</a:t>
            </a:r>
          </a:p>
          <a:p>
            <a:r>
              <a:rPr lang="hu-HU" dirty="0"/>
              <a:t>Személyes kapcsolattartás</a:t>
            </a:r>
          </a:p>
          <a:p>
            <a:r>
              <a:rPr lang="hu-HU" dirty="0"/>
              <a:t>Messenger – online kapcsolattartás</a:t>
            </a:r>
          </a:p>
        </p:txBody>
      </p:sp>
    </p:spTree>
    <p:extLst>
      <p:ext uri="{BB962C8B-B14F-4D97-AF65-F5344CB8AC3E}">
        <p14:creationId xmlns:p14="http://schemas.microsoft.com/office/powerpoint/2010/main" val="29535598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CCEA94-6D2B-4544-8D09-128CB9A0B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Feladatok felosztása</a:t>
            </a:r>
          </a:p>
        </p:txBody>
      </p:sp>
      <p:sp>
        <p:nvSpPr>
          <p:cNvPr id="9" name="Szöveg helye 8">
            <a:extLst>
              <a:ext uri="{FF2B5EF4-FFF2-40B4-BE49-F238E27FC236}">
                <a16:creationId xmlns:a16="http://schemas.microsoft.com/office/drawing/2014/main" id="{F7DF4516-0EEF-4AFC-9EC0-BFE62AA0C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Csuka Tamás József</a:t>
            </a:r>
          </a:p>
        </p:txBody>
      </p:sp>
      <p:sp>
        <p:nvSpPr>
          <p:cNvPr id="10" name="Tartalom helye 9">
            <a:extLst>
              <a:ext uri="{FF2B5EF4-FFF2-40B4-BE49-F238E27FC236}">
                <a16:creationId xmlns:a16="http://schemas.microsoft.com/office/drawing/2014/main" id="{B13D6331-A17C-43C2-90FE-C03EDC171D8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  <a:p>
            <a:r>
              <a:rPr lang="hu-HU" dirty="0"/>
              <a:t>Design/UI</a:t>
            </a:r>
          </a:p>
          <a:p>
            <a:r>
              <a:rPr lang="hu-HU" dirty="0"/>
              <a:t>Logó</a:t>
            </a:r>
          </a:p>
        </p:txBody>
      </p:sp>
      <p:sp>
        <p:nvSpPr>
          <p:cNvPr id="11" name="Szöveg helye 10">
            <a:extLst>
              <a:ext uri="{FF2B5EF4-FFF2-40B4-BE49-F238E27FC236}">
                <a16:creationId xmlns:a16="http://schemas.microsoft.com/office/drawing/2014/main" id="{B73DDD0E-4E99-4524-8866-62B68A816A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Paller Péter Décse</a:t>
            </a:r>
          </a:p>
        </p:txBody>
      </p:sp>
      <p:sp>
        <p:nvSpPr>
          <p:cNvPr id="12" name="Tartalom helye 11">
            <a:extLst>
              <a:ext uri="{FF2B5EF4-FFF2-40B4-BE49-F238E27FC236}">
                <a16:creationId xmlns:a16="http://schemas.microsoft.com/office/drawing/2014/main" id="{A5E46CDC-E251-459C-AF7F-2ECE7D8E226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  <a:p>
            <a:r>
              <a:rPr lang="hu-HU" dirty="0"/>
              <a:t>Adatbázis</a:t>
            </a:r>
          </a:p>
          <a:p>
            <a:r>
              <a:rPr lang="hu-HU" dirty="0"/>
              <a:t>Dokumentációk</a:t>
            </a:r>
          </a:p>
        </p:txBody>
      </p:sp>
    </p:spTree>
    <p:extLst>
      <p:ext uri="{BB962C8B-B14F-4D97-AF65-F5344CB8AC3E}">
        <p14:creationId xmlns:p14="http://schemas.microsoft.com/office/powerpoint/2010/main" val="40483276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DBFA4C-6CAA-4062-8EE9-523E5349E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Program felépítése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0CACD6F-F174-42E1-8AB0-586B6384C3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446361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1B7EAA-8ED1-4108-B800-32C6CC05F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7E9A83-9A18-4295-9977-1301A8B2A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Javascript</a:t>
            </a:r>
            <a:r>
              <a:rPr lang="hu-HU" dirty="0"/>
              <a:t>-keretrendszer: Vue.js</a:t>
            </a:r>
          </a:p>
          <a:p>
            <a:r>
              <a:rPr lang="hu-HU" dirty="0"/>
              <a:t>UI: </a:t>
            </a:r>
            <a:r>
              <a:rPr lang="hu-HU" dirty="0" err="1"/>
              <a:t>Bootstrap</a:t>
            </a:r>
            <a:endParaRPr lang="hu-HU" dirty="0"/>
          </a:p>
          <a:p>
            <a:r>
              <a:rPr lang="hu-HU" dirty="0"/>
              <a:t>Backend kapcsolat: </a:t>
            </a:r>
            <a:r>
              <a:rPr lang="hu-HU" dirty="0" err="1"/>
              <a:t>Axios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519072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62999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96F8A1-EA73-49F9-8B46-ADC46DCBF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812DF51-D2E3-4591-B5F0-331637F7C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745749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90F1C4-F976-42A1-97ED-66D6B6097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Teszt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3F902DA-9191-4CBE-A40F-1673EBC75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29083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1B7EAA-8ED1-4108-B800-32C6CC05F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7E9A83-9A18-4295-9977-1301A8B2A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Selenium-WebDriver</a:t>
            </a:r>
            <a:r>
              <a:rPr lang="hu-HU" dirty="0"/>
              <a:t>: automatizált tesztelés</a:t>
            </a:r>
          </a:p>
          <a:p>
            <a:r>
              <a:rPr lang="hu-HU" dirty="0"/>
              <a:t>Firefoxban futó tesztesetek</a:t>
            </a:r>
          </a:p>
          <a:p>
            <a:r>
              <a:rPr lang="hu-HU" dirty="0"/>
              <a:t>Cél: funkciók és a felület tesztelése</a:t>
            </a:r>
          </a:p>
          <a:p>
            <a:r>
              <a:rPr lang="hu-HU" dirty="0"/>
              <a:t>Tesztelésre került pl. regisztráció vagy oldal menüpontok</a:t>
            </a:r>
          </a:p>
        </p:txBody>
      </p:sp>
    </p:spTree>
    <p:extLst>
      <p:ext uri="{BB962C8B-B14F-4D97-AF65-F5344CB8AC3E}">
        <p14:creationId xmlns:p14="http://schemas.microsoft.com/office/powerpoint/2010/main" val="15581631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82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84D067-9050-4E87-80B9-A68BE769E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CF6A9AC-FC66-46C4-8BD8-5A4026D333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02628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ávos">
  <a:themeElements>
    <a:clrScheme name="8. egyéni séma">
      <a:dk1>
        <a:srgbClr val="00C6BB"/>
      </a:dk1>
      <a:lt1>
        <a:srgbClr val="00968D"/>
      </a:lt1>
      <a:dk2>
        <a:srgbClr val="D3D3D3"/>
      </a:dk2>
      <a:lt2>
        <a:srgbClr val="F8F9FA"/>
      </a:lt2>
      <a:accent1>
        <a:srgbClr val="003632"/>
      </a:accent1>
      <a:accent2>
        <a:srgbClr val="004D48"/>
      </a:accent2>
      <a:accent3>
        <a:srgbClr val="007D75"/>
      </a:accent3>
      <a:accent4>
        <a:srgbClr val="00968D"/>
      </a:accent4>
      <a:accent5>
        <a:srgbClr val="00B0A5"/>
      </a:accent5>
      <a:accent6>
        <a:srgbClr val="33C2B9"/>
      </a:accent6>
      <a:hlink>
        <a:srgbClr val="00C6BB"/>
      </a:hlink>
      <a:folHlink>
        <a:srgbClr val="003632"/>
      </a:folHlink>
    </a:clrScheme>
    <a:fontScheme name="Sávo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ávos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6. egyéni séma">
    <a:dk1>
      <a:srgbClr val="F8F9FA"/>
    </a:dk1>
    <a:lt1>
      <a:srgbClr val="D3D3D3"/>
    </a:lt1>
    <a:dk2>
      <a:srgbClr val="00968D"/>
    </a:dk2>
    <a:lt2>
      <a:srgbClr val="00C6BB"/>
    </a:lt2>
    <a:accent1>
      <a:srgbClr val="003632"/>
    </a:accent1>
    <a:accent2>
      <a:srgbClr val="004D48"/>
    </a:accent2>
    <a:accent3>
      <a:srgbClr val="007D75"/>
    </a:accent3>
    <a:accent4>
      <a:srgbClr val="00968D"/>
    </a:accent4>
    <a:accent5>
      <a:srgbClr val="00B0A5"/>
    </a:accent5>
    <a:accent6>
      <a:srgbClr val="33C2B9"/>
    </a:accent6>
    <a:hlink>
      <a:srgbClr val="00C6BB"/>
    </a:hlink>
    <a:folHlink>
      <a:srgbClr val="00363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TM03090430[[fn=Sávos]]</Template>
  <TotalTime>0</TotalTime>
  <Words>217</Words>
  <Application>Microsoft Office PowerPoint</Application>
  <PresentationFormat>Szélesvásznú</PresentationFormat>
  <Paragraphs>59</Paragraphs>
  <Slides>14</Slides>
  <Notes>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19" baseType="lpstr">
      <vt:lpstr>Calibri</vt:lpstr>
      <vt:lpstr>Century Gothic</vt:lpstr>
      <vt:lpstr>Corbel</vt:lpstr>
      <vt:lpstr>Wingdings</vt:lpstr>
      <vt:lpstr>Sávos</vt:lpstr>
      <vt:lpstr>PowerPoint-bemutató</vt:lpstr>
      <vt:lpstr>Probléma </vt:lpstr>
      <vt:lpstr>Funkciók</vt:lpstr>
      <vt:lpstr>Csapatmunka</vt:lpstr>
      <vt:lpstr>Megvalósítás</vt:lpstr>
      <vt:lpstr>Feladatok felosztása</vt:lpstr>
      <vt:lpstr>Program felépítése</vt:lpstr>
      <vt:lpstr>Frontend</vt:lpstr>
      <vt:lpstr>Backend</vt:lpstr>
      <vt:lpstr>Adatbázis</vt:lpstr>
      <vt:lpstr>Teszt</vt:lpstr>
      <vt:lpstr>Frontend</vt:lpstr>
      <vt:lpstr>Backend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Paller Péter</dc:creator>
  <cp:lastModifiedBy>Csuka Tamás</cp:lastModifiedBy>
  <cp:revision>21</cp:revision>
  <dcterms:created xsi:type="dcterms:W3CDTF">2026-03-03T11:11:27Z</dcterms:created>
  <dcterms:modified xsi:type="dcterms:W3CDTF">2026-03-06T08:30:43Z</dcterms:modified>
</cp:coreProperties>
</file>